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Fake News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Text Classification Pipeline Using Machine Learning &amp; NLP</a:t>
            </a:r>
          </a:p>
          <a:p>
            <a:r>
              <a:t>Summer Internship Program in AI &amp; ML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Proliferation of online fake news and misinformation</a:t>
            </a:r>
          </a:p>
          <a:p>
            <a:r>
              <a:t>• Build a machine learning classification pipeline from scratch</a:t>
            </a:r>
          </a:p>
          <a:p>
            <a:r>
              <a:t>• Preprocess raw text without relying on heavy third-party abstractions</a:t>
            </a:r>
          </a:p>
          <a:p>
            <a:r>
              <a:t>• Benchmark Non-Parametric (KNN), Parametric (LogReg), Ensemble (Random Forest), and Neural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&amp; Preprocessing: Cleaning, lowercasing, regex filtering, stopword removal</a:t>
            </a:r>
          </a:p>
          <a:p>
            <a:r>
              <a:t>2. Feature Extraction: Bag-of-Words &amp; TF-IDF Vectorization (5000 max features)</a:t>
            </a:r>
          </a:p>
          <a:p>
            <a:r>
              <a:t>3. Model Training &amp; Tuning: KNN, Logistic Regression, Random Forest, Neural Network (MLP), Naive Bayes, SVM</a:t>
            </a:r>
          </a:p>
          <a:p>
            <a:r>
              <a:t>4. FastAPI &amp; Next-level Frontend: Real-time inference API &amp; Glassmorphism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K-Nearest Neighbors (KNN): 100% Accuracy | F1: 1.00</a:t>
            </a:r>
          </a:p>
          <a:p>
            <a:r>
              <a:t>• Logistic Regression: 100% Accuracy | F1: 1.00</a:t>
            </a:r>
          </a:p>
          <a:p>
            <a:r>
              <a:t>• Random Forest Classifier: 100% Accuracy | F1: 1.00</a:t>
            </a:r>
          </a:p>
          <a:p>
            <a:r>
              <a:t>• Simple Neural Network (MLP): 100% Accuracy | F1: 1.00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an automated text classification framework</a:t>
            </a:r>
          </a:p>
          <a:p>
            <a:r>
              <a:t>• Demonstrated strong predictive capability across parametric and non-parametric algorithms</a:t>
            </a:r>
          </a:p>
          <a:p>
            <a:r>
              <a:t>• Future Scope: BERT transformer fine-tuning &amp; live web scraping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